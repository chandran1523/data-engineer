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9" y="-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A0F-8210-BC96-E152-131C0289A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D9E68-F481-0CE0-F092-1B16E2B45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8604-F8D6-00BA-E006-C8296AE1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8F9D8-06BD-9361-8B68-DA0883D5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83FE4-2CFA-ACEF-5EBF-7D4B49A0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02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BB0A-EE9F-9EA2-CB57-FE21FC66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FC981-794B-9534-2F62-DE1ECE097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3609-4E80-158B-421B-0FE28F9B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AC731-1EDD-3A10-9D3D-45A8D3F4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E40A3-1756-FAAA-22A0-C0D6708C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47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30EB-6DED-A611-1792-06D46F3E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10A37-0EB4-8887-3EA2-6412D8D15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5EB2-38A5-1919-7BC8-EB5C28AF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0D19-FD34-66E8-2E7E-DFB67F58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ACBFE-6012-4E8C-04F7-FC5C4ECD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86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6C6B-13C0-F835-2DEC-BE80EB80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391A-07C3-A259-92F6-D4D1ED428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73AF9-A23B-E812-79AC-4ABC8BD7E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F0AB0-F443-8CBB-9475-510BEF4E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40B27-57F3-4653-7B99-04A3A1CC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F8EB4-8458-A9C2-BB35-8E3F4E1E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9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7A7B-5894-1293-BFA7-71E33123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9ADC5-B471-D497-E46F-B7A6EBAB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F3CE-7838-16B5-7077-7D59D24CF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BB6D3-F761-9677-4234-F17D00D07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2BA13-5CFC-32A4-724D-C1AAFB181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76B8A-46AB-A66A-CB2B-E6EE93A8C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FE0E5-70E1-D62A-B778-8A296D93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B247F-8361-369B-173B-C7C3A6EA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3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DA8A-F9BA-31D6-7D6F-142ED1EE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18674-BCB9-EF75-7AF0-3F71F6D3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D361B-41D0-F85D-5615-4AF4D3EA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5A4DB-7517-0E99-13DD-877FBCAC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89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E8399-F7E3-6A64-1A9E-94CC31C1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8DCD5-C17B-FE84-C5E9-9CF3DBA7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1972F-B953-68BD-3CB8-BEEA1C41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98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416D-97D5-CF6F-28F5-C677166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A72B6-AD1F-72BF-C208-4D15789BC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11129-0620-9453-4103-AC1057B6B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26183-D46C-94A3-FD31-77D6A52C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4FBFE-B0DA-0312-CADF-EEBB6C70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132E-96C1-4D75-E2E4-988F608A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19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A97D-9755-014C-37D6-630DBFE5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FADA86-B32A-99A2-A0E3-FBF5D9C41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D79DF-CECD-CB4C-FC83-FF3DEEE18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8D9E5-6BD2-6557-91D6-DB9365C9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C83AA-B7F1-66CD-2DC9-4D0A7E33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79AA1-37B2-0688-1663-873C641B1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9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D820-4153-06B7-63D1-3D6F6232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660F5-EB4C-F0CC-3711-E32A9B50C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FA34C-5762-A109-FB1C-6D663A36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8818D-7B4F-1568-A258-2B992F92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DC7CA-CFD0-339B-5418-5D492721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88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0D939-4DFB-D9FA-361D-FF14AB69C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99E77-4E8E-8C34-B27A-3BBF553E8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BC578-44D1-BF68-7577-7B6CAF3D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B272-4BCA-8A52-1B52-1C7A6541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C055B-FA32-6C5C-AD59-B795CEB8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47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F5FCC-9A8C-EE8A-0266-F6EC2976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CC282-ABB7-F1A8-FFDB-FBA38DFA9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B4BDE-F041-1082-1D98-91399A5A5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9E00F-E3A8-42DA-9C6E-FB8F15FFFE3E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BF795-D7A1-F2AC-AB84-5602EBDDC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BC34D-E10B-694E-21E5-42213A9AB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078F1-B476-401B-A5A8-4F8A7CC82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4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A9E893E-245C-D6B4-4767-4EBF9399F3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 hidden="1">
            <a:extLst>
              <a:ext uri="{FF2B5EF4-FFF2-40B4-BE49-F238E27FC236}">
                <a16:creationId xmlns:a16="http://schemas.microsoft.com/office/drawing/2014/main" id="{41A881C2-8749-639C-093A-F98A458F4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8F307-EB11-B49C-C40A-A5A6810DDDB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642" y="2579424"/>
            <a:ext cx="3020716" cy="169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5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Sabarish P</dc:creator>
  <cp:lastModifiedBy>Sabarish P</cp:lastModifiedBy>
  <cp:revision>1</cp:revision>
  <dcterms:created xsi:type="dcterms:W3CDTF">2025-03-15T06:01:24Z</dcterms:created>
  <dcterms:modified xsi:type="dcterms:W3CDTF">2025-03-15T06:05:01Z</dcterms:modified>
</cp:coreProperties>
</file>